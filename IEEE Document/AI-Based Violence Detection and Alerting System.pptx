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1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1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0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1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7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73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3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547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163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03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11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8482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5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75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44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930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7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EA735EE-48AD-473D-8EBC-872FCB1EF011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B15D4-0D80-41D6-A8E0-0D34B93E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646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CACB8-A515-77D0-D50D-32D23D37F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32" y="648930"/>
            <a:ext cx="11159613" cy="4128452"/>
          </a:xfrm>
        </p:spPr>
        <p:txBody>
          <a:bodyPr/>
          <a:lstStyle/>
          <a:p>
            <a:r>
              <a:rPr lang="en-US" sz="6000" dirty="0"/>
              <a:t>AI-Based Violence Detection and Alerting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2C5E2-A97F-C193-3D4D-E82D1EE4F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97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F5D42-FECB-0889-08E2-5316C9B46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8404D6-6694-7CE6-829B-79CF8CB93A96}"/>
              </a:ext>
            </a:extLst>
          </p:cNvPr>
          <p:cNvSpPr txBox="1"/>
          <p:nvPr/>
        </p:nvSpPr>
        <p:spPr>
          <a:xfrm>
            <a:off x="1170039" y="1853248"/>
            <a:ext cx="985192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Public safety monitoring is a major challenge in crowded and sensitive areas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Manual surveillance using CCTV is time-consuming and error-prone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AI-based video analysis can automatically detect violent activities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This project focuses on detecting violence and generating alerts in real time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3695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94B2-5269-4612-7199-864C13CCB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BC9D1E-D633-E5C7-5627-A216306A87F2}"/>
              </a:ext>
            </a:extLst>
          </p:cNvPr>
          <p:cNvSpPr txBox="1"/>
          <p:nvPr/>
        </p:nvSpPr>
        <p:spPr>
          <a:xfrm>
            <a:off x="646111" y="2137816"/>
            <a:ext cx="1017920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Traditional surveillance systems require continuous human monitoring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Delayed response to violent incidents increases risk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 intelligent system to automatically detect violence from video feeds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Need for an AI-based automated violence detection and alerting solution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3416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1B7A-8718-5EFD-C9EC-4C59599C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C89D9-5A5B-C478-E8B6-2FDB9C8C955A}"/>
              </a:ext>
            </a:extLst>
          </p:cNvPr>
          <p:cNvSpPr txBox="1"/>
          <p:nvPr/>
        </p:nvSpPr>
        <p:spPr>
          <a:xfrm>
            <a:off x="1145458" y="2391696"/>
            <a:ext cx="102304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Detect violent and non-violent activities from video data using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Classify video frames using a Vision Transformer (</a:t>
            </a:r>
            <a:r>
              <a:rPr lang="en-US" sz="2800" dirty="0" err="1"/>
              <a:t>ViT</a:t>
            </a:r>
            <a:r>
              <a:rPr lang="en-US" sz="2800" dirty="0"/>
              <a:t>)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Generate alerts through an admin/police dashboard when violence is detected</a:t>
            </a:r>
          </a:p>
        </p:txBody>
      </p:sp>
    </p:spTree>
    <p:extLst>
      <p:ext uri="{BB962C8B-B14F-4D97-AF65-F5344CB8AC3E}">
        <p14:creationId xmlns:p14="http://schemas.microsoft.com/office/powerpoint/2010/main" val="2415200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11EE8-3FE6-02C7-5ED6-E0AA1EA95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45CAC-9E5E-7AB4-5641-25159590236D}"/>
              </a:ext>
            </a:extLst>
          </p:cNvPr>
          <p:cNvSpPr txBox="1"/>
          <p:nvPr/>
        </p:nvSpPr>
        <p:spPr>
          <a:xfrm>
            <a:off x="1052052" y="1853248"/>
            <a:ext cx="99895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Existing System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CCTV cameras with manual monitoring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Human operators analyze video feeds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High chances of missed incidents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 automated alert mechanism</a:t>
            </a:r>
          </a:p>
          <a:p>
            <a:r>
              <a:rPr lang="en-US" sz="2800" b="1" dirty="0"/>
              <a:t>Limitations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Time-consuming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Human fatigue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Not scalable</a:t>
            </a:r>
          </a:p>
        </p:txBody>
      </p:sp>
    </p:spTree>
    <p:extLst>
      <p:ext uri="{BB962C8B-B14F-4D97-AF65-F5344CB8AC3E}">
        <p14:creationId xmlns:p14="http://schemas.microsoft.com/office/powerpoint/2010/main" val="515693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19E9-881F-2B07-E30E-E19A2FC8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E9D04-5191-D4A8-964F-4460AC06FC5E}"/>
              </a:ext>
            </a:extLst>
          </p:cNvPr>
          <p:cNvSpPr txBox="1"/>
          <p:nvPr/>
        </p:nvSpPr>
        <p:spPr>
          <a:xfrm>
            <a:off x="1081548" y="1853248"/>
            <a:ext cx="1010756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AI-based video violence detection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Uses Vision Transformer (</a:t>
            </a:r>
            <a:r>
              <a:rPr lang="en-US" sz="3200" dirty="0" err="1"/>
              <a:t>ViT</a:t>
            </a:r>
            <a:r>
              <a:rPr lang="en-US" sz="3200" dirty="0"/>
              <a:t>) deep learning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Web-based dashboard simulating multiple cameras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Automatic alert generation for violent activities</a:t>
            </a:r>
          </a:p>
        </p:txBody>
      </p:sp>
    </p:spTree>
    <p:extLst>
      <p:ext uri="{BB962C8B-B14F-4D97-AF65-F5344CB8AC3E}">
        <p14:creationId xmlns:p14="http://schemas.microsoft.com/office/powerpoint/2010/main" val="523744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9C0DB-B147-6FB8-81D4-0917BA0EE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745820-3450-9D64-C108-0ACED03F7BE0}"/>
              </a:ext>
            </a:extLst>
          </p:cNvPr>
          <p:cNvSpPr txBox="1"/>
          <p:nvPr/>
        </p:nvSpPr>
        <p:spPr>
          <a:xfrm>
            <a:off x="914400" y="2035277"/>
            <a:ext cx="96946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Video input from files (simulated cameras)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Backend processes video 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ViT</a:t>
            </a:r>
            <a:r>
              <a:rPr lang="en-US" sz="2800" dirty="0"/>
              <a:t> model classifies frames as Violence / Non-Violence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Results sent to web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Alert triggered if violence is detected</a:t>
            </a:r>
          </a:p>
        </p:txBody>
      </p:sp>
    </p:spTree>
    <p:extLst>
      <p:ext uri="{BB962C8B-B14F-4D97-AF65-F5344CB8AC3E}">
        <p14:creationId xmlns:p14="http://schemas.microsoft.com/office/powerpoint/2010/main" val="3498190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D8A00-2C8F-A11B-E8AA-C901DF32E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E3B95-EC5D-A693-4A3D-376AD8527C7E}"/>
              </a:ext>
            </a:extLst>
          </p:cNvPr>
          <p:cNvSpPr txBox="1"/>
          <p:nvPr/>
        </p:nvSpPr>
        <p:spPr>
          <a:xfrm>
            <a:off x="646111" y="2005781"/>
            <a:ext cx="105626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Video frame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Image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Feature learning using Vision Transformer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Classification into violence or non-violence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Aggregation of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Alert decision and notification</a:t>
            </a:r>
          </a:p>
        </p:txBody>
      </p:sp>
    </p:spTree>
    <p:extLst>
      <p:ext uri="{BB962C8B-B14F-4D97-AF65-F5344CB8AC3E}">
        <p14:creationId xmlns:p14="http://schemas.microsoft.com/office/powerpoint/2010/main" val="2453429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058B-D9B4-24CE-43D3-6329C286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72FF4D-59FF-B4EE-EF83-DD3B6448D267}"/>
              </a:ext>
            </a:extLst>
          </p:cNvPr>
          <p:cNvSpPr txBox="1"/>
          <p:nvPr/>
        </p:nvSpPr>
        <p:spPr>
          <a:xfrm>
            <a:off x="884903" y="1573190"/>
            <a:ext cx="916593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Frontend:</a:t>
            </a:r>
            <a:endParaRPr lang="en-US" sz="2800" dirty="0"/>
          </a:p>
          <a:p>
            <a:r>
              <a:rPr lang="en-US" sz="2800" dirty="0"/>
              <a:t>HTML, CSS, JavaScript</a:t>
            </a:r>
          </a:p>
          <a:p>
            <a:r>
              <a:rPr lang="en-US" sz="2800" b="1" dirty="0"/>
              <a:t>Backend:</a:t>
            </a:r>
            <a:endParaRPr lang="en-US" sz="2800" dirty="0"/>
          </a:p>
          <a:p>
            <a:r>
              <a:rPr lang="en-US" sz="2800" dirty="0"/>
              <a:t>Python, Flask</a:t>
            </a:r>
          </a:p>
          <a:p>
            <a:r>
              <a:rPr lang="en-US" sz="2800" b="1" dirty="0"/>
              <a:t>AI / ML:</a:t>
            </a:r>
            <a:endParaRPr lang="en-US" sz="2800" dirty="0"/>
          </a:p>
          <a:p>
            <a:r>
              <a:rPr lang="en-US" sz="2800" dirty="0"/>
              <a:t>Vision Transformer (</a:t>
            </a:r>
            <a:r>
              <a:rPr lang="en-US" sz="2800" dirty="0" err="1"/>
              <a:t>ViT</a:t>
            </a:r>
            <a:r>
              <a:rPr lang="en-US" sz="2800" dirty="0"/>
              <a:t> – Google)</a:t>
            </a:r>
          </a:p>
          <a:p>
            <a:r>
              <a:rPr lang="en-US" sz="2800" dirty="0" err="1"/>
              <a:t>PyTorch</a:t>
            </a:r>
            <a:endParaRPr lang="en-US" sz="2800" dirty="0"/>
          </a:p>
          <a:p>
            <a:r>
              <a:rPr lang="en-US" sz="2800" b="1" dirty="0"/>
              <a:t>Tools:</a:t>
            </a:r>
            <a:endParaRPr lang="en-US" sz="2800" dirty="0"/>
          </a:p>
          <a:p>
            <a:r>
              <a:rPr lang="en-US" sz="2800" dirty="0"/>
              <a:t>OpenCV</a:t>
            </a:r>
          </a:p>
          <a:p>
            <a:r>
              <a:rPr lang="en-US" sz="2800" dirty="0"/>
              <a:t>NumPy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94058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DC2D-158E-A473-0229-5A01E812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REQUIREMENTS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CFDEE1-C19E-3914-434D-DF5E979FFBF3}"/>
              </a:ext>
            </a:extLst>
          </p:cNvPr>
          <p:cNvSpPr txBox="1"/>
          <p:nvPr/>
        </p:nvSpPr>
        <p:spPr>
          <a:xfrm>
            <a:off x="766916" y="2340077"/>
            <a:ext cx="101173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Processor: Intel i5 or higher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RAM: Minimum 8 GB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GPU: NVIDIA GPU (optional but recommended)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Storage: Minimum 20 GB free space</a:t>
            </a:r>
          </a:p>
        </p:txBody>
      </p:sp>
    </p:spTree>
    <p:extLst>
      <p:ext uri="{BB962C8B-B14F-4D97-AF65-F5344CB8AC3E}">
        <p14:creationId xmlns:p14="http://schemas.microsoft.com/office/powerpoint/2010/main" val="3055080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D21F4-F02E-0525-295C-BA9BACB6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611091-2857-70A5-7328-21F5EDA8DDF4}"/>
              </a:ext>
            </a:extLst>
          </p:cNvPr>
          <p:cNvSpPr txBox="1"/>
          <p:nvPr/>
        </p:nvSpPr>
        <p:spPr>
          <a:xfrm>
            <a:off x="1150374" y="2340077"/>
            <a:ext cx="89004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Successfully classified videos as Violence / Non-Violence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Model outputs percentage confidence for each class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Admin dashboard displays final decision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Alerts generated for violent videos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16864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33A5E-7A1A-7361-C667-9E632290B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37D6F-E145-174E-6AED-FBF46D2C380B}"/>
              </a:ext>
            </a:extLst>
          </p:cNvPr>
          <p:cNvSpPr txBox="1"/>
          <p:nvPr/>
        </p:nvSpPr>
        <p:spPr>
          <a:xfrm>
            <a:off x="678426" y="2900516"/>
            <a:ext cx="111202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Operating System: Ubuntu / Windows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Programming Language: Python 3.x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Deep Learning Framework: </a:t>
            </a:r>
            <a:r>
              <a:rPr lang="en-US" sz="2800" dirty="0" err="1"/>
              <a:t>PyTorch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IDE: VS Code / </a:t>
            </a:r>
            <a:r>
              <a:rPr lang="en-US" sz="2800" dirty="0" err="1"/>
              <a:t>Jupyter</a:t>
            </a:r>
            <a:r>
              <a:rPr lang="en-US" sz="2800" dirty="0"/>
              <a:t> Notebook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Browser: Google Chrome</a:t>
            </a:r>
          </a:p>
        </p:txBody>
      </p:sp>
    </p:spTree>
    <p:extLst>
      <p:ext uri="{BB962C8B-B14F-4D97-AF65-F5344CB8AC3E}">
        <p14:creationId xmlns:p14="http://schemas.microsoft.com/office/powerpoint/2010/main" val="4117369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</TotalTime>
  <Words>346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Wingdings</vt:lpstr>
      <vt:lpstr>Wingdings 3</vt:lpstr>
      <vt:lpstr>Ion</vt:lpstr>
      <vt:lpstr>AI-Based Violence Detection and Alerting System</vt:lpstr>
      <vt:lpstr>INTRODUCTION</vt:lpstr>
      <vt:lpstr>PROBLEM STATEMENT</vt:lpstr>
      <vt:lpstr>PROJECT OBJECTIVES</vt:lpstr>
      <vt:lpstr>EXISTING SYSTEM</vt:lpstr>
      <vt:lpstr>PROPOSED SYSTEM</vt:lpstr>
      <vt:lpstr>SYSTEM ARCHITECTURE</vt:lpstr>
      <vt:lpstr>METHODOLOGY</vt:lpstr>
      <vt:lpstr>TECHNOLOGY STACK</vt:lpstr>
      <vt:lpstr>HARDWARE REQUIREMENTS </vt:lpstr>
      <vt:lpstr>RESULTS</vt:lpstr>
      <vt:lpstr>SOFTWARE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RAJENDRAPRASATH M</dc:creator>
  <cp:lastModifiedBy>RAJENDRAPRASATH M</cp:lastModifiedBy>
  <cp:revision>1</cp:revision>
  <dcterms:created xsi:type="dcterms:W3CDTF">2026-02-08T10:40:18Z</dcterms:created>
  <dcterms:modified xsi:type="dcterms:W3CDTF">2026-02-08T11:04:24Z</dcterms:modified>
</cp:coreProperties>
</file>