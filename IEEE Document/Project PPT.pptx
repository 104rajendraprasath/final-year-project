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CF43A2-8069-404D-86A1-EF92B16B77A8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8BDFE4F-9BD6-4A6D-9254-4F477193AFC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772836D-4867-4890-B0F3-9116505075B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CCDB592-76B4-4417-9E64-ACA3CBB319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B3EC383-B031-497C-BF7B-A9563892A0A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B17F3D1-CB9F-47DE-932D-2975D3FE16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BD796F0-6665-487D-98EA-34E8B2C2C72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537781E-4B50-44F9-9470-26EA1813D9E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FA300157-5695-43AF-A1FF-66786004B4F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2443E0D-ADEA-429E-922F-1258298305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D4E9DCF-BD07-4868-BF60-A68983C14B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E2552D5-C6DA-442B-98BF-8416DCA05E8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149827-EAAB-4933-8EB1-B738191AE8E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D88C7C-A544-468E-B277-DB02470A561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A56B57-6704-42EA-8563-2E0C8D82A0B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833108-A357-4127-9D61-258A7267F82B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6B43D2-9DCD-416F-B720-F41217D42E9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551913-98F9-488C-B449-9F501D040BDC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8A7526-F166-4BCC-80FC-DCE41F63EF73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A7C21F-B319-46D7-8379-2BB3AF66D89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6A1EDA-A6EE-44EB-9665-6FB895B4578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102E35-F4C9-4200-BFA5-1B235C4FD3F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2D01C4-3401-46CF-95F1-6DF539248DB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9999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AI-BASED VIOLENCE DETECTION AND ALERTING MANAGEMENT SYSTEM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62240" y="3975840"/>
            <a:ext cx="3578040" cy="16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TEAM MEMBERS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RAJENDRAPRASATH 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810022104104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8033040" y="3975840"/>
            <a:ext cx="2506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GUIDED BY</a:t>
            </a:r>
            <a:br>
              <a:rPr sz="1800"/>
            </a:b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INTRODUCTION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777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Public safety is a major concern in urban and industrial environments.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Manual monitoring of surveillance cameras: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Is time-consuming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Prone to human error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Delays emergency response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project develops an AI-based violence detection system that: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Automatically analyzes video footage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Detects violent activities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Generates real-time alerts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Provides admin dashboard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5930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Current surveillance systems face several limitations: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Depend heavily on continuous human monitoring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Lack automated violence detection capabilities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Do not provide real-time alert mechanisms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Fail to maintain centralized incident reporting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Cannot scale efficiently for large surveillance networks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As a result, violent incidents may go unnoticed or response may be delayed.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OBJECTIVES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Develop an AI model to classify violence and non-violence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Build a multi-camera web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Implement real-time alert notification system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Store historical data for analysis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Integrate Salesforce for reporting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EXISTING WORK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698480"/>
            <a:ext cx="5492880" cy="46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Spatio-Temporal Deep Learning Models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Example: Multi-scale CNN-based violence detection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Focus only on model accuracy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IoT-Based Surveillance Systems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Focus on edge devices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Limited dashboard integration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Traditional CCTV Monitoring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Manual supervision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No automation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Limitations: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complete management system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enterprise-level reporting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integrated alert dashboard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PROPOSED SYSTEM 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Develop an End-to-End AI Surveillance Management System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System Includes: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Video input from multiple cameras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Backend processing pipeline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Vision Transformer (ViT) model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Real-time alert triggering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Admin monitoring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Salesforce analytics integration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920" y="22860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SYSTEM ARCHITECTURE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64"/>
          <p:cNvPicPr/>
          <p:nvPr/>
        </p:nvPicPr>
        <p:blipFill>
          <a:blip r:embed="rId2"/>
          <a:stretch/>
        </p:blipFill>
        <p:spPr>
          <a:xfrm rot="5400">
            <a:off x="1500840" y="1149120"/>
            <a:ext cx="8552160" cy="5701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SYSTEM WORKFLOW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1: User uploads/selects video from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2: Backend extracts video frames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3: Vision Transformer model classifies frames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4: Calculate average violence probability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5: If violence detected → Trigger alert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6: Store incident data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7: Generate reports in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MODEL DETAILS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Model Used: Google Vision Transformer (ViT)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Why ViT?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Strong image classification performance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Captures global image features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Efficient for frame-based classification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Pretrained and fine-tuned for violence detection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434340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Dataset Details</a:t>
            </a:r>
          </a:p>
        </p:txBody>
      </p:sp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914400" y="2057400"/>
            <a:ext cx="10514520" cy="435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SOFTWARE REQUIREMENTS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72"/>
          <p:cNvPicPr/>
          <p:nvPr/>
        </p:nvPicPr>
        <p:blipFill>
          <a:blip r:embed="rId2"/>
          <a:stretch/>
        </p:blipFill>
        <p:spPr>
          <a:xfrm>
            <a:off x="914400" y="685800"/>
            <a:ext cx="8858880" cy="590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Comparison with Existing Work</a:t>
            </a:r>
            <a:br>
              <a:rPr sz="1600"/>
            </a:br>
            <a:br>
              <a:rPr sz="1600"/>
            </a:b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HARDWARE REQUIREMENTS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Personal Computer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GPU (optional for faster inference)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Webcam / Video files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Internet (for Salesforce integration)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ALERTING SYSTEM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When violence probability exceeds threshold: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Alert generated instantly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Admin dashboard notification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Incident stored in database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Report sent to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ensures quick response and monitoring.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SALESFORCE ANALYTICS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Features: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Violence incident count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Date-wise reports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Camera-wise analysis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Trend visualization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Historical data tracking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Provides decision support for authorities.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RESULTS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Content Placeholder 3"/>
          <p:cNvGraphicFramePr/>
          <p:nvPr/>
        </p:nvGraphicFramePr>
        <p:xfrm>
          <a:off x="838080" y="2721240"/>
          <a:ext cx="10514520" cy="2819880"/>
        </p:xfrm>
        <a:graphic>
          <a:graphicData uri="http://schemas.openxmlformats.org/drawingml/2006/table">
            <a:tbl>
              <a:tblPr/>
              <a:tblGrid>
                <a:gridCol w="350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Feature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Research Papers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Our Project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Model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Real-Time Alert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Limited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Web Dashboard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Admin Panel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Analytics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Salesforce Integration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Full System Implementation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" name="Rectangle 1"/>
          <p:cNvSpPr/>
          <p:nvPr/>
        </p:nvSpPr>
        <p:spPr>
          <a:xfrm>
            <a:off x="4564800" y="-44640"/>
            <a:ext cx="306108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Arial"/>
              </a:rPr>
              <a:t>COMPARISON WITH EXISTING PAPERS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/>
          <p:cNvPicPr/>
          <p:nvPr/>
        </p:nvPicPr>
        <p:blipFill>
          <a:blip r:embed="rId2"/>
          <a:stretch/>
        </p:blipFill>
        <p:spPr>
          <a:xfrm>
            <a:off x="685800" y="685800"/>
            <a:ext cx="10743840" cy="579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CONCLUSION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An AI-based violence detection and alerting management system was successfully developed.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The system: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Detects violence using Vision Transformer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Generates real-time alerts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Provides centralized monitoring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Stores historical data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Enables analytical reporting using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project bridges the gap between AI research and practical surveillance system deployment.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FUTURE ENHANCEMENTS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Live CCTV integration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Spatio-temporal model upgrade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Edge deployment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SMS / Email alert system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Mobile application integration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889160" y="2963880"/>
            <a:ext cx="2218680" cy="46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Aptos"/>
              </a:rPr>
              <a:t>THANK YOU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594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20</vt:i4>
      </vt:variant>
    </vt:vector>
  </HeadingPairs>
  <TitlesOfParts>
    <vt:vector size="37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AI-BASED VIOLENCE DETECTION AND ALERTING MANAGEMENT SYSTEM</vt:lpstr>
      <vt:lpstr>INTRODUCTION</vt:lpstr>
      <vt:lpstr>PROBLEM STATEMENT</vt:lpstr>
      <vt:lpstr>OBJECTIVES</vt:lpstr>
      <vt:lpstr>EXISTING WORK</vt:lpstr>
      <vt:lpstr>PROPOSED SYSTEM </vt:lpstr>
      <vt:lpstr>SYSTEM ARCHITECTURE</vt:lpstr>
      <vt:lpstr>SYSTEM WORKFLOW</vt:lpstr>
      <vt:lpstr>MODEL DETAILS</vt:lpstr>
      <vt:lpstr>Dataset Details</vt:lpstr>
      <vt:lpstr>SOFTWARE REQUIREMENTS</vt:lpstr>
      <vt:lpstr>Comparison with Existing Work  </vt:lpstr>
      <vt:lpstr>HARDWARE REQUIREMENTS</vt:lpstr>
      <vt:lpstr>ALERTING SYSTEM</vt:lpstr>
      <vt:lpstr>SALESFORCE ANALYTICS</vt:lpstr>
      <vt:lpstr>RESULTS</vt:lpstr>
      <vt:lpstr>PowerPoint Presentation</vt:lpstr>
      <vt:lpstr>CONCLUSION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RAJENDRAPRASATH M</dc:creator>
  <dc:description/>
  <cp:lastModifiedBy>RAJENDRAPRASATH M</cp:lastModifiedBy>
  <cp:revision>3</cp:revision>
  <dcterms:created xsi:type="dcterms:W3CDTF">2026-02-15T10:24:00Z</dcterms:created>
  <dcterms:modified xsi:type="dcterms:W3CDTF">2026-02-18T12:07:57Z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17</vt:i4>
  </property>
</Properties>
</file>